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9" r:id="rId3"/>
    <p:sldId id="290" r:id="rId4"/>
    <p:sldId id="291" r:id="rId5"/>
    <p:sldId id="288" r:id="rId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19:54.710" v="164" actId="113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19:54.710" v="164" actId="113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19:54.710" v="164" actId="113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15:41.104" v="0" actId="47"/>
        <pc:sldMkLst>
          <pc:docMk/>
          <pc:sldMk cId="2900117438" sldId="29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567382" y="5549983"/>
            <a:ext cx="217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()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6" y="5549983"/>
            <a:ext cx="2404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 (strip)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Podemos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shallow waveguide hay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(SiO2).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debe a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deep waveguide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observer que hay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y 3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dentro del core.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4365" y="2671278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151766" y="2671278"/>
            <a:ext cx="198272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Plot </a:t>
            </a:r>
            <a:r>
              <a:rPr lang="en-US" dirty="0" err="1"/>
              <a:t>neff</a:t>
            </a:r>
            <a:r>
              <a:rPr lang="en-US" dirty="0"/>
              <a:t> vs lambda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442DA1B-EA25-434D-A064-66155EFDD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391" y="1603209"/>
            <a:ext cx="5033752" cy="293635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130CD49-47AC-42AC-98EF-76BD14EA4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201" y="1517126"/>
            <a:ext cx="5080000" cy="296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430</Words>
  <Application>Microsoft Office PowerPoint</Application>
  <PresentationFormat>Panorámica</PresentationFormat>
  <Paragraphs>70</Paragraphs>
  <Slides>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Aptos</vt:lpstr>
      <vt:lpstr>Arial</vt:lpstr>
      <vt:lpstr>Calibri</vt:lpstr>
      <vt:lpstr>Lucida Sans</vt:lpstr>
      <vt:lpstr>Times New Roman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11</cp:revision>
  <dcterms:created xsi:type="dcterms:W3CDTF">2025-01-27T02:46:57Z</dcterms:created>
  <dcterms:modified xsi:type="dcterms:W3CDTF">2026-02-09T16:37:46Z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